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shma Alikhan" userId="5b733f83d1de0157" providerId="LiveId" clId="{6EFE40E7-B7E0-4382-9AC8-CFFCA25A05DC}"/>
    <pc:docChg chg="modSld">
      <pc:chgData name="Reshma Alikhan" userId="5b733f83d1de0157" providerId="LiveId" clId="{6EFE40E7-B7E0-4382-9AC8-CFFCA25A05DC}" dt="2023-12-31T04:25:08.573" v="36" actId="20577"/>
      <pc:docMkLst>
        <pc:docMk/>
      </pc:docMkLst>
      <pc:sldChg chg="modSp mod">
        <pc:chgData name="Reshma Alikhan" userId="5b733f83d1de0157" providerId="LiveId" clId="{6EFE40E7-B7E0-4382-9AC8-CFFCA25A05DC}" dt="2023-12-31T04:25:08.573" v="36" actId="20577"/>
        <pc:sldMkLst>
          <pc:docMk/>
          <pc:sldMk cId="1770626586" sldId="257"/>
        </pc:sldMkLst>
        <pc:spChg chg="mod">
          <ac:chgData name="Reshma Alikhan" userId="5b733f83d1de0157" providerId="LiveId" clId="{6EFE40E7-B7E0-4382-9AC8-CFFCA25A05DC}" dt="2023-12-31T04:25:08.573" v="36" actId="20577"/>
          <ac:spMkLst>
            <pc:docMk/>
            <pc:sldMk cId="1770626586" sldId="257"/>
            <ac:spMk id="3" creationId="{E52FED04-5DE5-9F88-06EB-6A9E40B852E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3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9" y="1871133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9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3" y="5037663"/>
            <a:ext cx="897467" cy="279400"/>
          </a:xfrm>
        </p:spPr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2" y="5037663"/>
            <a:ext cx="551167" cy="279400"/>
          </a:xfrm>
        </p:spPr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46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658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3"/>
            <a:ext cx="8158691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87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87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4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4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92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092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87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3"/>
            <a:ext cx="5469467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3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989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2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656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7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401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7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16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9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9" y="4343401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702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4" y="982132"/>
            <a:ext cx="9296399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3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401"/>
            <a:ext cx="9609667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500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3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2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061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4" y="982132"/>
            <a:ext cx="9296399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2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2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348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7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2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470401"/>
            <a:ext cx="9609671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109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6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8" y="982133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1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86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3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3" y="982134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2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07639E-F5A3-411C-8E47-E8CADFC6F430}" type="datetimeFigureOut">
              <a:rPr lang="en-IN" smtClean="0"/>
              <a:t>31-12-2023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2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2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F350116-2A4E-4FD7-A68A-5981F638D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4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44" indent="-28574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21" indent="-28574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12" indent="-171446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01" indent="-171446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95B42-FF4A-E5AF-C79A-99BC0C2A50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56541-26CD-87A5-8B99-C6345B2E5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8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FED04-5DE5-9F88-06EB-6A9E40B852E1}"/>
              </a:ext>
            </a:extLst>
          </p:cNvPr>
          <p:cNvSpPr txBox="1"/>
          <p:nvPr/>
        </p:nvSpPr>
        <p:spPr>
          <a:xfrm>
            <a:off x="1455939" y="1109709"/>
            <a:ext cx="957900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Name      :				 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Reshma</a:t>
            </a:r>
            <a:r>
              <a:rPr lang="en-US" sz="2000" b="1" dirty="0">
                <a:solidFill>
                  <a:srgbClr val="374151"/>
                </a:solidFill>
                <a:latin typeface="Söhne"/>
              </a:rPr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Date of Birth: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			 20-01-2001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Complexion: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			 Fair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Religion: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				 Muslim Shaikh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Qualification: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			 Diploma in E&amp;EE From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Sandur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Polytechnic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Yeshwanthnagar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b="1" dirty="0">
                <a:solidFill>
                  <a:srgbClr val="374151"/>
                </a:solidFill>
                <a:latin typeface="Söhne"/>
              </a:rPr>
              <a:t>Family Details</a:t>
            </a:r>
            <a:endParaRPr lang="en-US" sz="2000" dirty="0">
              <a:solidFill>
                <a:srgbClr val="37415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Father's Name: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		  	Shabbir Alikhan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Father's Occupation: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  	JSW Interior Contractor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Mother's Name: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		Shabana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Mother's Occupation: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	Home Maker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Number of Siblings:    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	3 Members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Söhne"/>
              </a:rPr>
              <a:t>Address:				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Near Sai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tyre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retraders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Behind Srinivas Talkies ,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Sandur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-583119</a:t>
            </a:r>
          </a:p>
        </p:txBody>
      </p:sp>
    </p:spTree>
    <p:extLst>
      <p:ext uri="{BB962C8B-B14F-4D97-AF65-F5344CB8AC3E}">
        <p14:creationId xmlns:p14="http://schemas.microsoft.com/office/powerpoint/2010/main" val="17706265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</TotalTime>
  <Words>102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Garamond</vt:lpstr>
      <vt:lpstr>Söhne</vt:lpstr>
      <vt:lpstr>Organic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Reshma Alikhan</dc:creator>
  <cp:lastModifiedBy>Reshma Alikhan</cp:lastModifiedBy>
  <cp:revision>1</cp:revision>
  <dcterms:created xsi:type="dcterms:W3CDTF">2023-12-31T04:10:54Z</dcterms:created>
  <dcterms:modified xsi:type="dcterms:W3CDTF">2023-12-31T04:25:10Z</dcterms:modified>
</cp:coreProperties>
</file>